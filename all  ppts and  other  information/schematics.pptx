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8000663" cy="16200438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37680" y="862560"/>
            <a:ext cx="15523560" cy="312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800000">
              <a:lnSpc>
                <a:spcPct val="90000"/>
              </a:lnSpc>
              <a:buNone/>
              <a:tabLst>
                <a:tab pos="0" algn="l"/>
              </a:tabLst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7212753-7F30-4A4C-A358-4A3FCF9ADD18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C8CEA70-9204-4CEB-8B07-08A413573736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900000" y="646200"/>
            <a:ext cx="16198200" cy="270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1800000">
              <a:lnSpc>
                <a:spcPct val="90000"/>
              </a:lnSpc>
              <a:buNone/>
              <a:tabLst>
                <a:tab pos="0" algn="l"/>
              </a:tabLst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the title text format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900000" y="3790800"/>
            <a:ext cx="16198200" cy="939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1800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1800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50000" indent="-450000"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1800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1800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39840" y="1080000"/>
            <a:ext cx="5803560" cy="377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800000">
              <a:lnSpc>
                <a:spcPct val="90000"/>
              </a:lnSpc>
              <a:buNone/>
              <a:tabLst>
                <a:tab pos="0" algn="l"/>
              </a:tabLst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652520" y="2332440"/>
            <a:ext cx="9110520" cy="1151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450000" indent="-450000"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50000" lvl="1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50000" lvl="2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150000" lvl="3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050360" lvl="4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39840" y="4860000"/>
            <a:ext cx="5803560" cy="900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800000">
              <a:lnSpc>
                <a:spcPct val="90000"/>
              </a:lnSpc>
              <a:spcBef>
                <a:spcPts val="1970"/>
              </a:spcBef>
              <a:buNone/>
              <a:tabLst>
                <a:tab pos="0" algn="l"/>
              </a:tabLst>
              <a:defRPr lang="en-US" sz="31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1800000">
              <a:lnSpc>
                <a:spcPct val="90000"/>
              </a:lnSpc>
              <a:spcBef>
                <a:spcPts val="1970"/>
              </a:spcBef>
              <a:buNone/>
              <a:tabLst>
                <a:tab pos="0" algn="l"/>
              </a:tabLst>
            </a:pPr>
            <a:r>
              <a:rPr lang="en-US" sz="31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1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7315C7F-5502-4CC7-96EC-E35287F926F8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239840" y="1080000"/>
            <a:ext cx="5803560" cy="377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800000">
              <a:lnSpc>
                <a:spcPct val="90000"/>
              </a:lnSpc>
              <a:buNone/>
              <a:tabLst>
                <a:tab pos="0" algn="l"/>
              </a:tabLst>
              <a:defRPr lang="en-US" sz="63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3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3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pic"/>
          </p:nvPr>
        </p:nvSpPr>
        <p:spPr>
          <a:xfrm>
            <a:off x="7652520" y="2332440"/>
            <a:ext cx="9110520" cy="1151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239840" y="4860000"/>
            <a:ext cx="5803560" cy="900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800000">
              <a:lnSpc>
                <a:spcPct val="90000"/>
              </a:lnSpc>
              <a:spcBef>
                <a:spcPts val="1970"/>
              </a:spcBef>
              <a:buNone/>
              <a:tabLst>
                <a:tab pos="0" algn="l"/>
              </a:tabLst>
              <a:defRPr lang="en-US" sz="31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1800000">
              <a:lnSpc>
                <a:spcPct val="90000"/>
              </a:lnSpc>
              <a:spcBef>
                <a:spcPts val="1970"/>
              </a:spcBef>
              <a:buNone/>
              <a:tabLst>
                <a:tab pos="0" algn="l"/>
              </a:tabLst>
            </a:pPr>
            <a:r>
              <a:rPr lang="en-US" sz="31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1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58FED54-B2B6-4763-BB4D-FB676A7F4451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350000" y="2651400"/>
            <a:ext cx="15298560" cy="563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1800000">
              <a:lnSpc>
                <a:spcPct val="90000"/>
              </a:lnSpc>
              <a:buNone/>
              <a:tabLst>
                <a:tab pos="0" algn="l"/>
              </a:tabLst>
              <a:defRPr lang="en-US" sz="1181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181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1181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3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4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5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9B876F3-9697-4675-A946-6CA47C096CB2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237680" y="862560"/>
            <a:ext cx="15523560" cy="312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800000">
              <a:lnSpc>
                <a:spcPct val="90000"/>
              </a:lnSpc>
              <a:buNone/>
              <a:tabLst>
                <a:tab pos="0" algn="l"/>
              </a:tabLst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237680" y="4312440"/>
            <a:ext cx="15523560" cy="1027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450000" indent="-450000"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50000" lvl="1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50000" lvl="2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150000" lvl="3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050360" lvl="4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0F000BB-1B3F-4A86-89A3-DBFFF7CD8DF3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2881880" y="862560"/>
            <a:ext cx="3879360" cy="1372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1800000">
              <a:lnSpc>
                <a:spcPct val="90000"/>
              </a:lnSpc>
              <a:buNone/>
              <a:tabLst>
                <a:tab pos="0" algn="l"/>
              </a:tabLst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237680" y="862560"/>
            <a:ext cx="11417040" cy="1372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450000" indent="-450000"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50000" lvl="1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50000" lvl="2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150000" lvl="3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050360" lvl="4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B095B8-EF9F-42E7-9D53-126586038FE0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237680" y="862560"/>
            <a:ext cx="15523560" cy="312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800000">
              <a:lnSpc>
                <a:spcPct val="90000"/>
              </a:lnSpc>
              <a:buNone/>
              <a:tabLst>
                <a:tab pos="0" algn="l"/>
              </a:tabLst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237680" y="4312440"/>
            <a:ext cx="15523560" cy="1027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450000" indent="-450000"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50000" lvl="1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50000" lvl="2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150000" lvl="3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050360" lvl="4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E04DAC0-8B0D-43B5-AEC4-7183E6F8DEF5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28320" y="4038840"/>
            <a:ext cx="15523560" cy="6736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800000">
              <a:lnSpc>
                <a:spcPct val="90000"/>
              </a:lnSpc>
              <a:buNone/>
              <a:tabLst>
                <a:tab pos="0" algn="l"/>
              </a:tabLst>
              <a:defRPr lang="en-US" sz="1181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181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1181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28320" y="10841400"/>
            <a:ext cx="15523560" cy="354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800000">
              <a:lnSpc>
                <a:spcPct val="90000"/>
              </a:lnSpc>
              <a:spcBef>
                <a:spcPts val="1970"/>
              </a:spcBef>
              <a:buNone/>
              <a:tabLst>
                <a:tab pos="0" algn="l"/>
              </a:tabLst>
              <a:defRPr lang="en-US" sz="473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1800000">
              <a:lnSpc>
                <a:spcPct val="90000"/>
              </a:lnSpc>
              <a:spcBef>
                <a:spcPts val="1970"/>
              </a:spcBef>
              <a:buNone/>
              <a:tabLst>
                <a:tab pos="0" algn="l"/>
              </a:tabLst>
            </a:pPr>
            <a:r>
              <a:rPr lang="en-US" sz="473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473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7944273-4AF0-4758-A459-D23424EA065A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37680" y="862560"/>
            <a:ext cx="15523560" cy="312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800000">
              <a:lnSpc>
                <a:spcPct val="90000"/>
              </a:lnSpc>
              <a:buNone/>
              <a:tabLst>
                <a:tab pos="0" algn="l"/>
              </a:tabLst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1237680" y="4312440"/>
            <a:ext cx="7648200" cy="1027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450000" indent="-450000"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50000" lvl="1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50000" lvl="2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150000" lvl="3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050360" lvl="4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9112680" y="4312440"/>
            <a:ext cx="7648200" cy="10276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450000" indent="-450000"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50000" lvl="1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50000" lvl="2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150000" lvl="3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050360" lvl="4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FF02792-2C3C-4DE7-BBD6-282092C47194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39840" y="862560"/>
            <a:ext cx="15523560" cy="312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800000">
              <a:lnSpc>
                <a:spcPct val="90000"/>
              </a:lnSpc>
              <a:buNone/>
              <a:tabLst>
                <a:tab pos="0" algn="l"/>
              </a:tabLst>
              <a:def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18000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866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866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39840" y="3971520"/>
            <a:ext cx="7612920" cy="194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800000">
              <a:lnSpc>
                <a:spcPct val="90000"/>
              </a:lnSpc>
              <a:spcBef>
                <a:spcPts val="1970"/>
              </a:spcBef>
              <a:buNone/>
              <a:tabLst>
                <a:tab pos="0" algn="l"/>
              </a:tabLst>
              <a:defRPr lang="en-US" sz="473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1800000">
              <a:lnSpc>
                <a:spcPct val="90000"/>
              </a:lnSpc>
              <a:spcBef>
                <a:spcPts val="1970"/>
              </a:spcBef>
              <a:buNone/>
              <a:tabLst>
                <a:tab pos="0" algn="l"/>
              </a:tabLst>
            </a:pPr>
            <a:r>
              <a:rPr lang="en-US" sz="473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239840" y="5917680"/>
            <a:ext cx="7612920" cy="870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450000" indent="-450000"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50000" lvl="1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50000" lvl="2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150000" lvl="3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050360" lvl="4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9112680" y="3971520"/>
            <a:ext cx="7650360" cy="194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800000">
              <a:lnSpc>
                <a:spcPct val="90000"/>
              </a:lnSpc>
              <a:spcBef>
                <a:spcPts val="1970"/>
              </a:spcBef>
              <a:buNone/>
              <a:tabLst>
                <a:tab pos="0" algn="l"/>
              </a:tabLst>
              <a:defRPr lang="en-US" sz="473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1800000">
              <a:lnSpc>
                <a:spcPct val="90000"/>
              </a:lnSpc>
              <a:spcBef>
                <a:spcPts val="1970"/>
              </a:spcBef>
              <a:buNone/>
              <a:tabLst>
                <a:tab pos="0" algn="l"/>
              </a:tabLst>
            </a:pPr>
            <a:r>
              <a:rPr lang="en-US" sz="473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9112680" y="5917680"/>
            <a:ext cx="7650360" cy="870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450000" indent="-450000" algn="l" defTabSz="1800000">
              <a:lnSpc>
                <a:spcPct val="90000"/>
              </a:lnSpc>
              <a:spcBef>
                <a:spcPts val="197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551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551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50000" lvl="1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47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47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50000" lvl="2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93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393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150000" lvl="3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050360" lvl="4" indent="-450000" algn="l" defTabSz="1800000">
              <a:lnSpc>
                <a:spcPct val="90000"/>
              </a:lnSpc>
              <a:spcBef>
                <a:spcPts val="98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5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35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1"/>
          </p:nvPr>
        </p:nvSpPr>
        <p:spPr>
          <a:xfrm>
            <a:off x="123768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32"/>
          </p:nvPr>
        </p:nvSpPr>
        <p:spPr>
          <a:xfrm>
            <a:off x="5962680" y="15015240"/>
            <a:ext cx="607320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3"/>
          </p:nvPr>
        </p:nvSpPr>
        <p:spPr>
          <a:xfrm>
            <a:off x="12713040" y="15015240"/>
            <a:ext cx="40478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74BD99-F00C-4831-9C53-B6B4B80DFDDF}" type="slidenum">
              <a:rPr lang="en-IN" sz="236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IN" sz="23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"/>
          <p:cNvPicPr/>
          <p:nvPr/>
        </p:nvPicPr>
        <p:blipFill>
          <a:blip r:embed="rId1"/>
          <a:stretch/>
        </p:blipFill>
        <p:spPr>
          <a:xfrm>
            <a:off x="4531320" y="1392120"/>
            <a:ext cx="2149920" cy="1190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2" name="Connector: Elbow 8"/>
          <p:cNvCxnSpPr/>
          <p:nvPr/>
        </p:nvCxnSpPr>
        <p:spPr>
          <a:xfrm flipV="1">
            <a:off x="3404160" y="1488600"/>
            <a:ext cx="1332000" cy="105480"/>
          </a:xfrm>
          <a:prstGeom prst="bentConnector3">
            <a:avLst>
              <a:gd name="adj1" fmla="val 49959"/>
            </a:avLst>
          </a:prstGeom>
          <a:ln w="0">
            <a:solidFill>
              <a:srgbClr val="FF0000"/>
            </a:solidFill>
            <a:tailEnd len="med" type="triangle" w="med"/>
          </a:ln>
        </p:spPr>
      </p:cxnSp>
      <p:cxnSp>
        <p:nvCxnSpPr>
          <p:cNvPr id="63" name="Connector: Elbow 9"/>
          <p:cNvCxnSpPr/>
          <p:nvPr/>
        </p:nvCxnSpPr>
        <p:spPr>
          <a:xfrm>
            <a:off x="3421440" y="2433960"/>
            <a:ext cx="1314720" cy="57240"/>
          </a:xfrm>
          <a:prstGeom prst="bentConnector3">
            <a:avLst>
              <a:gd name="adj1" fmla="val 49958"/>
            </a:avLst>
          </a:prstGeom>
          <a:ln w="0">
            <a:solidFill>
              <a:srgbClr val="000000"/>
            </a:solidFill>
            <a:tailEnd len="med" type="triangle" w="med"/>
          </a:ln>
        </p:spPr>
      </p:cxnSp>
      <p:pic>
        <p:nvPicPr>
          <p:cNvPr id="64" name="Picture 15"/>
          <p:cNvPicPr/>
          <p:nvPr/>
        </p:nvPicPr>
        <p:blipFill>
          <a:blip r:embed="rId2"/>
          <a:stretch/>
        </p:blipFill>
        <p:spPr>
          <a:xfrm>
            <a:off x="7206840" y="1392120"/>
            <a:ext cx="4536000" cy="251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Picture 27"/>
          <p:cNvPicPr/>
          <p:nvPr/>
        </p:nvPicPr>
        <p:blipFill>
          <a:blip r:embed="rId3"/>
          <a:stretch/>
        </p:blipFill>
        <p:spPr>
          <a:xfrm rot="10800000">
            <a:off x="3372840" y="4688280"/>
            <a:ext cx="3201840" cy="2268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6" name="Connector: Elbow 38"/>
          <p:cNvCxnSpPr/>
          <p:nvPr/>
        </p:nvCxnSpPr>
        <p:spPr>
          <a:xfrm rot="5400000">
            <a:off x="3640680" y="3439440"/>
            <a:ext cx="1678320" cy="1389240"/>
          </a:xfrm>
          <a:prstGeom prst="bentConnector3">
            <a:avLst>
              <a:gd name="adj1" fmla="val 28491"/>
            </a:avLst>
          </a:prstGeom>
          <a:ln w="0">
            <a:solidFill>
              <a:srgbClr val="FF0000"/>
            </a:solidFill>
            <a:tailEnd len="med" type="triangle" w="med"/>
          </a:ln>
        </p:spPr>
      </p:cxnSp>
      <p:cxnSp>
        <p:nvCxnSpPr>
          <p:cNvPr id="67" name="Connector: Elbow 44"/>
          <p:cNvCxnSpPr/>
          <p:nvPr/>
        </p:nvCxnSpPr>
        <p:spPr>
          <a:xfrm flipV="1">
            <a:off x="5174280" y="2532240"/>
            <a:ext cx="1383840" cy="794520"/>
          </a:xfrm>
          <a:prstGeom prst="bentConnector3">
            <a:avLst>
              <a:gd name="adj1" fmla="val 100546"/>
            </a:avLst>
          </a:prstGeom>
          <a:ln w="0">
            <a:solidFill>
              <a:srgbClr val="FF0000"/>
            </a:solidFill>
          </a:ln>
        </p:spPr>
      </p:cxnSp>
      <p:cxnSp>
        <p:nvCxnSpPr>
          <p:cNvPr id="68" name="Connector: Elbow 46"/>
          <p:cNvCxnSpPr/>
          <p:nvPr/>
        </p:nvCxnSpPr>
        <p:spPr>
          <a:xfrm flipV="1" rot="16200000">
            <a:off x="5432760" y="2629080"/>
            <a:ext cx="2682720" cy="399600"/>
          </a:xfrm>
          <a:prstGeom prst="bentConnector3">
            <a:avLst>
              <a:gd name="adj1" fmla="val 99651"/>
            </a:avLst>
          </a:prstGeom>
          <a:ln w="0">
            <a:solidFill>
              <a:srgbClr val="000000"/>
            </a:solidFill>
          </a:ln>
        </p:spPr>
      </p:cxnSp>
      <p:cxnSp>
        <p:nvCxnSpPr>
          <p:cNvPr id="69" name="Connector: Elbow 54"/>
          <p:cNvCxnSpPr/>
          <p:nvPr/>
        </p:nvCxnSpPr>
        <p:spPr>
          <a:xfrm flipV="1" rot="10800000">
            <a:off x="3950640" y="4165560"/>
            <a:ext cx="3022200" cy="766800"/>
          </a:xfrm>
          <a:prstGeom prst="bentConnector3">
            <a:avLst>
              <a:gd name="adj1" fmla="val 99761"/>
            </a:avLst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70" name="Connector: Elbow 61"/>
          <p:cNvCxnSpPr/>
          <p:nvPr/>
        </p:nvCxnSpPr>
        <p:spPr>
          <a:xfrm rot="10800000">
            <a:off x="3813480" y="6703560"/>
            <a:ext cx="8641440" cy="564480"/>
          </a:xfrm>
          <a:prstGeom prst="bentConnector3">
            <a:avLst>
              <a:gd name="adj1" fmla="val 100029"/>
            </a:avLst>
          </a:prstGeom>
          <a:ln w="0">
            <a:solidFill>
              <a:srgbClr val="FF0000"/>
            </a:solidFill>
            <a:tailEnd len="med" type="triangle" w="med"/>
          </a:ln>
        </p:spPr>
      </p:cxnSp>
      <p:cxnSp>
        <p:nvCxnSpPr>
          <p:cNvPr id="71" name="Connector: Elbow 68"/>
          <p:cNvCxnSpPr/>
          <p:nvPr/>
        </p:nvCxnSpPr>
        <p:spPr>
          <a:xfrm flipV="1" rot="16200000">
            <a:off x="9467280" y="4305960"/>
            <a:ext cx="5027040" cy="923760"/>
          </a:xfrm>
          <a:prstGeom prst="bentConnector3">
            <a:avLst>
              <a:gd name="adj1" fmla="val 99992"/>
            </a:avLst>
          </a:prstGeom>
          <a:ln w="0">
            <a:solidFill>
              <a:srgbClr val="FF0000"/>
            </a:solidFill>
            <a:tailEnd len="med" type="triangle" w="med"/>
          </a:ln>
        </p:spPr>
      </p:cxnSp>
      <p:cxnSp>
        <p:nvCxnSpPr>
          <p:cNvPr id="72" name="Connector: Elbow 87"/>
          <p:cNvCxnSpPr/>
          <p:nvPr/>
        </p:nvCxnSpPr>
        <p:spPr>
          <a:xfrm rot="10800000">
            <a:off x="3983040" y="6744240"/>
            <a:ext cx="9136440" cy="333000"/>
          </a:xfrm>
          <a:prstGeom prst="bentConnector3">
            <a:avLst>
              <a:gd name="adj1" fmla="val 99984"/>
            </a:avLst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73" name="Connector: Elbow 95"/>
          <p:cNvCxnSpPr/>
          <p:nvPr/>
        </p:nvCxnSpPr>
        <p:spPr>
          <a:xfrm flipV="1" rot="16200000">
            <a:off x="9635400" y="3605400"/>
            <a:ext cx="5366160" cy="1602360"/>
          </a:xfrm>
          <a:prstGeom prst="bentConnector3">
            <a:avLst>
              <a:gd name="adj1" fmla="val 99892"/>
            </a:avLst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74" name="Connector: Elbow 102"/>
          <p:cNvCxnSpPr/>
          <p:nvPr/>
        </p:nvCxnSpPr>
        <p:spPr>
          <a:xfrm rot="10800000">
            <a:off x="3983040" y="6744240"/>
            <a:ext cx="9136440" cy="333000"/>
          </a:xfrm>
          <a:prstGeom prst="bentConnector3">
            <a:avLst>
              <a:gd name="adj1" fmla="val 99984"/>
            </a:avLst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75" name="Connector: Elbow 103"/>
          <p:cNvCxnSpPr/>
          <p:nvPr/>
        </p:nvCxnSpPr>
        <p:spPr>
          <a:xfrm rot="10800000">
            <a:off x="5411880" y="6663240"/>
            <a:ext cx="9136080" cy="333000"/>
          </a:xfrm>
          <a:prstGeom prst="bentConnector3">
            <a:avLst>
              <a:gd name="adj1" fmla="val 99984"/>
            </a:avLst>
          </a:prstGeom>
          <a:ln w="0">
            <a:solidFill>
              <a:srgbClr val="00B050"/>
            </a:solidFill>
            <a:tailEnd len="med" type="triangle" w="med"/>
          </a:ln>
        </p:spPr>
      </p:cxnSp>
      <p:cxnSp>
        <p:nvCxnSpPr>
          <p:cNvPr id="76" name="Connector: Elbow 104"/>
          <p:cNvCxnSpPr/>
          <p:nvPr/>
        </p:nvCxnSpPr>
        <p:spPr>
          <a:xfrm flipV="1" rot="16200000">
            <a:off x="10594800" y="3042000"/>
            <a:ext cx="4875840" cy="3030840"/>
          </a:xfrm>
          <a:prstGeom prst="bentConnector3">
            <a:avLst>
              <a:gd name="adj1" fmla="val 99682"/>
            </a:avLst>
          </a:prstGeom>
          <a:ln w="0">
            <a:solidFill>
              <a:srgbClr val="00B050"/>
            </a:solidFill>
            <a:tailEnd len="med" type="triangle" w="med"/>
          </a:ln>
        </p:spPr>
      </p:cxnSp>
      <p:cxnSp>
        <p:nvCxnSpPr>
          <p:cNvPr id="77" name="Connector: Elbow 109"/>
          <p:cNvCxnSpPr/>
          <p:nvPr/>
        </p:nvCxnSpPr>
        <p:spPr>
          <a:xfrm rot="10800000">
            <a:off x="5937480" y="6744240"/>
            <a:ext cx="9140040" cy="142560"/>
          </a:xfrm>
          <a:prstGeom prst="bentConnector3">
            <a:avLst>
              <a:gd name="adj1" fmla="val 99976"/>
            </a:avLst>
          </a:prstGeom>
          <a:ln w="0">
            <a:solidFill>
              <a:srgbClr val="00B050"/>
            </a:solidFill>
            <a:tailEnd len="med" type="triangle" w="med"/>
          </a:ln>
        </p:spPr>
      </p:cxnSp>
      <p:cxnSp>
        <p:nvCxnSpPr>
          <p:cNvPr id="78" name="Connector: Elbow 116"/>
          <p:cNvCxnSpPr/>
          <p:nvPr/>
        </p:nvCxnSpPr>
        <p:spPr>
          <a:xfrm flipV="1" rot="16200000">
            <a:off x="10855800" y="2648160"/>
            <a:ext cx="4892040" cy="3567240"/>
          </a:xfrm>
          <a:prstGeom prst="bentConnector3">
            <a:avLst>
              <a:gd name="adj1" fmla="val 99867"/>
            </a:avLst>
          </a:prstGeom>
          <a:ln w="0">
            <a:solidFill>
              <a:srgbClr val="00B050"/>
            </a:solidFill>
            <a:tailEnd len="med" type="triangle" w="med"/>
          </a:ln>
        </p:spPr>
      </p:cxnSp>
      <p:pic>
        <p:nvPicPr>
          <p:cNvPr id="79" name=""/>
          <p:cNvPicPr/>
          <p:nvPr/>
        </p:nvPicPr>
        <p:blipFill>
          <a:blip r:embed="rId4"/>
          <a:stretch/>
        </p:blipFill>
        <p:spPr>
          <a:xfrm rot="10825200">
            <a:off x="1053720" y="1070280"/>
            <a:ext cx="2361240" cy="169776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80" name="Text Frame 5"/>
          <p:cNvSpPr/>
          <p:nvPr/>
        </p:nvSpPr>
        <p:spPr>
          <a:xfrm rot="600">
            <a:off x="6779160" y="2916000"/>
            <a:ext cx="13312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044000" y="3216960"/>
            <a:ext cx="1619280" cy="719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LIPO  battery 22mah 3s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786120" y="2648880"/>
            <a:ext cx="4499280" cy="1259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24000" y="5556960"/>
            <a:ext cx="3239280" cy="539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ESP32 Development Board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384000" y="2856960"/>
            <a:ext cx="3059280" cy="359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XL4015 5A Buck Converter</a:t>
            </a: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ptos"/>
              </a:rPr>
              <a:t>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8244000" y="876960"/>
            <a:ext cx="4859280" cy="3639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PCA9685 16-Channel Servo Driver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614840" y="232560"/>
            <a:ext cx="5145480" cy="7606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4400" b="0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Schematics  </a:t>
            </a:r>
            <a:endParaRPr lang="en-IN" sz="4400" b="0" u="sng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7" name=""/>
          <p:cNvGraphicFramePr/>
          <p:nvPr/>
        </p:nvGraphicFramePr>
        <p:xfrm>
          <a:off x="8424000" y="7716960"/>
          <a:ext cx="8639280" cy="4804920"/>
        </p:xfrm>
        <a:graphic>
          <a:graphicData uri="http://schemas.openxmlformats.org/drawingml/2006/table">
            <a:tbl>
              <a:tblPr/>
              <a:tblGrid>
                <a:gridCol w="1306440"/>
                <a:gridCol w="1569960"/>
                <a:gridCol w="1966320"/>
                <a:gridCol w="2015640"/>
                <a:gridCol w="1781280"/>
              </a:tblGrid>
              <a:tr h="5842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454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From Source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Pin / Terminal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To Destination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Pin / Terminal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Purpose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55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3S LiPo Battery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Red Wire (+)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XL4015 Buck Converter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IN+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Raw 11.1V Battery Input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55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3S LiPo Battery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Black Wire (-)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XL4015 Buck Converter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IN-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Battery Ground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55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XL4015 Output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OUT+ (Set to </a:t>
                      </a: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6.0V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PCA9685 Driver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Green Screw Terminal V+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Servo Power Rail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55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XL4015 Output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OUT- (GND)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PCA9685 Driver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Green Screw Terminal GND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Motor Ground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55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XL4015 Output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OUT+ (Set to </a:t>
                      </a: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6.0V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ESP32 Expansion Board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VIN (or 5V)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Board Main Power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555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XL4015 Output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OUT- (GND)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ESP32 Expansion Board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GND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Shared System Ground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8" name=""/>
          <p:cNvGraphicFramePr/>
          <p:nvPr/>
        </p:nvGraphicFramePr>
        <p:xfrm>
          <a:off x="1364040" y="8062920"/>
          <a:ext cx="5731200" cy="5361480"/>
        </p:xfrm>
        <a:graphic>
          <a:graphicData uri="http://schemas.openxmlformats.org/drawingml/2006/table">
            <a:tbl>
              <a:tblPr/>
              <a:tblGrid>
                <a:gridCol w="1591200"/>
                <a:gridCol w="824400"/>
                <a:gridCol w="1410840"/>
                <a:gridCol w="824400"/>
                <a:gridCol w="108072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From Source (ESP32 Expansion Board)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Pin / Terminal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To Destination (PCA9685 Driver)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Pin / Terminal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Purpose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ESP32 Expansion Board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3.3V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PCA9685 Driver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VCC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Logic Power for Driver IC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ESP32 Expansion Board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GND 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PCA9685 Driver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GND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Shared Signal Ground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ESP32 Expansion Board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GPIO 21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PCA9685 Driver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SDA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I2C Data Line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ESP32 Expansion Board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GPIO 22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PCA9685 Driver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SCL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I2C Clock Line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9" name=""/>
          <p:cNvSpPr/>
          <p:nvPr/>
        </p:nvSpPr>
        <p:spPr>
          <a:xfrm flipV="1">
            <a:off x="6566040" y="1238040"/>
            <a:ext cx="3416400" cy="23508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9963360" y="1231920"/>
            <a:ext cx="76320" cy="190440"/>
          </a:xfrm>
          <a:prstGeom prst="line">
            <a:avLst/>
          </a:prstGeom>
          <a:ln w="381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tIns="45000" rIns="3816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 flipV="1">
            <a:off x="6572520" y="1428840"/>
            <a:ext cx="3232080" cy="1041120"/>
          </a:xfrm>
          <a:prstGeom prst="line">
            <a:avLst/>
          </a:prstGeom>
          <a:ln w="38160">
            <a:solidFill>
              <a:srgbClr val="FF42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4"/>
          <p:cNvPicPr/>
          <p:nvPr/>
        </p:nvPicPr>
        <p:blipFill>
          <a:blip r:embed="rId1"/>
          <a:stretch/>
        </p:blipFill>
        <p:spPr>
          <a:xfrm rot="16200000">
            <a:off x="-1237680" y="6341760"/>
            <a:ext cx="4348440" cy="76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6"/>
          <p:cNvPicPr/>
          <p:nvPr/>
        </p:nvPicPr>
        <p:blipFill>
          <a:blip r:embed="rId2"/>
          <a:stretch/>
        </p:blipFill>
        <p:spPr>
          <a:xfrm>
            <a:off x="87120" y="195840"/>
            <a:ext cx="8999280" cy="413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8"/>
          <p:cNvPicPr/>
          <p:nvPr/>
        </p:nvPicPr>
        <p:blipFill>
          <a:blip r:embed="rId3"/>
          <a:stretch/>
        </p:blipFill>
        <p:spPr>
          <a:xfrm rot="21574800">
            <a:off x="2130480" y="397440"/>
            <a:ext cx="2580840" cy="45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10"/>
          <p:cNvPicPr/>
          <p:nvPr/>
        </p:nvPicPr>
        <p:blipFill>
          <a:blip r:embed="rId4"/>
          <a:stretch/>
        </p:blipFill>
        <p:spPr>
          <a:xfrm rot="16200000">
            <a:off x="4129560" y="5573520"/>
            <a:ext cx="3272760" cy="578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6" name="Connector: Elbow 20"/>
          <p:cNvCxnSpPr>
            <a:stCxn id="93" idx="3"/>
            <a:endCxn id="93" idx="3"/>
          </p:cNvCxnSpPr>
          <p:nvPr/>
        </p:nvCxnSpPr>
        <p:spPr>
          <a:xfrm rot="16200000">
            <a:off x="9086400" y="2265480"/>
            <a:ext cx="360" cy="360"/>
          </a:xfrm>
          <a:prstGeom prst="bentConnector2">
            <a:avLst/>
          </a:prstGeom>
          <a:ln w="0">
            <a:solidFill>
              <a:srgbClr val="FFFF00"/>
            </a:solidFill>
            <a:tailEnd len="med" type="triangle" w="med"/>
          </a:ln>
        </p:spPr>
      </p:cxnSp>
      <p:cxnSp>
        <p:nvCxnSpPr>
          <p:cNvPr id="97" name=""/>
          <p:cNvCxnSpPr>
            <a:stCxn id="93" idx="3"/>
            <a:endCxn id="93" idx="3"/>
          </p:cNvCxnSpPr>
          <p:nvPr/>
        </p:nvCxnSpPr>
        <p:spPr>
          <a:xfrm rot="16200000">
            <a:off x="9086400" y="2265480"/>
            <a:ext cx="360" cy="360"/>
          </a:xfrm>
          <a:prstGeom prst="bentConnector2">
            <a:avLst/>
          </a:prstGeom>
          <a:ln w="38160">
            <a:solidFill>
              <a:srgbClr val="104862"/>
            </a:solidFill>
            <a:round/>
            <a:headEnd len="med" type="triangle" w="med"/>
            <a:tailEnd len="med" type="triangle" w="med"/>
          </a:ln>
        </p:spPr>
      </p:cxnSp>
      <p:sp>
        <p:nvSpPr>
          <p:cNvPr id="98" name=""/>
          <p:cNvSpPr/>
          <p:nvPr/>
        </p:nvSpPr>
        <p:spPr>
          <a:xfrm>
            <a:off x="170640" y="70560"/>
            <a:ext cx="2519280" cy="1079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MG996R Metal Gear  Servo Motor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411240" y="4850280"/>
            <a:ext cx="2519280" cy="1079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MG996R Metal Gear  Servo Motor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610280" y="7164360"/>
            <a:ext cx="2519280" cy="1079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MG996R Metal Gear  Servo Motor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5"/>
          <a:stretch/>
        </p:blipFill>
        <p:spPr>
          <a:xfrm>
            <a:off x="10305720" y="1754280"/>
            <a:ext cx="3059280" cy="141624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02" name=""/>
          <p:cNvPicPr/>
          <p:nvPr/>
        </p:nvPicPr>
        <p:blipFill>
          <a:blip r:embed="rId6"/>
          <a:stretch/>
        </p:blipFill>
        <p:spPr>
          <a:xfrm>
            <a:off x="10310760" y="3562560"/>
            <a:ext cx="2573640" cy="119160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03" name=""/>
          <p:cNvPicPr/>
          <p:nvPr/>
        </p:nvPicPr>
        <p:blipFill>
          <a:blip r:embed="rId7"/>
          <a:stretch/>
        </p:blipFill>
        <p:spPr>
          <a:xfrm>
            <a:off x="7865640" y="582840"/>
            <a:ext cx="2081880" cy="96372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04" name=""/>
          <p:cNvSpPr/>
          <p:nvPr/>
        </p:nvSpPr>
        <p:spPr>
          <a:xfrm>
            <a:off x="10394640" y="386640"/>
            <a:ext cx="2376360" cy="637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MG90S Metal Gear Micro Servo Motor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3571640" y="2212200"/>
            <a:ext cx="2879280" cy="899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MG90S Metal Gear Micro Servo Motor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3544280" y="3604320"/>
            <a:ext cx="2879280" cy="89928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Aptos"/>
              </a:rPr>
              <a:t>MG90S Metal Gear Micro Servo Motor 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7" name=""/>
          <p:cNvGraphicFramePr/>
          <p:nvPr/>
        </p:nvGraphicFramePr>
        <p:xfrm>
          <a:off x="9817920" y="5347080"/>
          <a:ext cx="7467840" cy="6756120"/>
        </p:xfrm>
        <a:graphic>
          <a:graphicData uri="http://schemas.openxmlformats.org/drawingml/2006/table">
            <a:tbl>
              <a:tblPr/>
              <a:tblGrid>
                <a:gridCol w="1433880"/>
                <a:gridCol w="2286000"/>
                <a:gridCol w="1536840"/>
                <a:gridCol w="221148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PCA9685 Channel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Wire Alignment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Connected Servo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Joint Control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Channel 0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Yellow/Orange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PWM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Red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V+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Brown/Black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GND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MG996R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Base Rotation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Channel 1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Yellow/Orange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PWM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Red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V+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Brown/Black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GND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MG996R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Shoulder Lift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Channel 2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Yellow/Orange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PWM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Red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V+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Brown/Black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GND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MG996R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Elbow Movement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Channel 3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Yellow/Orange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PWM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Red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V+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Brown/Black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GND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MG90S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Wrist Pitch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Channel 4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Yellow/Orange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PWM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Red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V+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Brown/Black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GND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MG90S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Gripper Actuation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Channel 5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Yellow/Orange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PWM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Red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V+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), Brown/Black (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Liberation Mono;Courier New"/>
                        </a:rPr>
                        <a:t>GND</a:t>
                      </a: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  <a:ea typeface="Google Sans Text;sans-serif"/>
                        </a:rPr>
                        <a:t>)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MG90S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14000"/>
                        </a:lnSpc>
                        <a:spcAft>
                          <a:spcPts val="397"/>
                        </a:spcAft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oogle Sans Text;sans-serif"/>
                        </a:rPr>
                        <a:t>Camera Mount / Spare Joint</a:t>
                      </a:r>
                      <a:endParaRPr lang="en-IN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8" name=""/>
          <p:cNvSpPr/>
          <p:nvPr/>
        </p:nvSpPr>
        <p:spPr>
          <a:xfrm flipV="1">
            <a:off x="965160" y="3270600"/>
            <a:ext cx="177480" cy="1828440"/>
          </a:xfrm>
          <a:prstGeom prst="line">
            <a:avLst/>
          </a:prstGeom>
          <a:ln w="38160">
            <a:solidFill>
              <a:srgbClr val="FF420E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8560" tIns="-27000" rIns="88560" bIns="-27000" anchor="ctr">
            <a:noAutofit/>
          </a:bodyPr>
          <a:p>
            <a:pPr/>
            <a:endParaRPr lang="en-IN" sz="1500" b="0" u="none" strike="noStrike">
              <a:solidFill>
                <a:srgbClr val="FFD32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 flipV="1">
            <a:off x="1136520" y="3047760"/>
            <a:ext cx="3886200" cy="247680"/>
          </a:xfrm>
          <a:prstGeom prst="line">
            <a:avLst/>
          </a:prstGeom>
          <a:ln w="38160">
            <a:solidFill>
              <a:srgbClr val="FF420E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ctr">
            <a:noAutofit/>
          </a:bodyPr>
          <a:p>
            <a:pPr/>
            <a:endParaRPr lang="en-IN" sz="1500" b="0" u="none" strike="noStrike">
              <a:solidFill>
                <a:srgbClr val="FFD32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 flipV="1">
            <a:off x="1174680" y="3721320"/>
            <a:ext cx="129240" cy="1441080"/>
          </a:xfrm>
          <a:prstGeom prst="line">
            <a:avLst/>
          </a:prstGeom>
          <a:ln w="38160">
            <a:solidFill>
              <a:srgbClr val="3140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1295280" y="3187800"/>
            <a:ext cx="3746880" cy="546120"/>
          </a:xfrm>
          <a:prstGeom prst="line">
            <a:avLst/>
          </a:prstGeom>
          <a:ln w="38160">
            <a:solidFill>
              <a:srgbClr val="3140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 flipH="1" flipV="1">
            <a:off x="4863960" y="565200"/>
            <a:ext cx="377280" cy="2352240"/>
          </a:xfrm>
          <a:prstGeom prst="line">
            <a:avLst/>
          </a:prstGeom>
          <a:ln w="38160">
            <a:solidFill>
              <a:srgbClr val="FFD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 flipV="1">
            <a:off x="844560" y="2882880"/>
            <a:ext cx="4210200" cy="171360"/>
          </a:xfrm>
          <a:prstGeom prst="line">
            <a:avLst/>
          </a:prstGeom>
          <a:ln w="38160">
            <a:solidFill>
              <a:srgbClr val="FFD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 flipH="1" flipV="1">
            <a:off x="4375080" y="520560"/>
            <a:ext cx="488880" cy="44640"/>
          </a:xfrm>
          <a:prstGeom prst="line">
            <a:avLst/>
          </a:prstGeom>
          <a:ln w="38160">
            <a:solidFill>
              <a:srgbClr val="FFD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" rIns="90000" bIns="-36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 flipH="1" flipV="1">
            <a:off x="4426200" y="647640"/>
            <a:ext cx="799920" cy="2413080"/>
          </a:xfrm>
          <a:prstGeom prst="line">
            <a:avLst/>
          </a:prstGeom>
          <a:ln w="38160">
            <a:solidFill>
              <a:srgbClr val="FF420E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ctr">
            <a:noAutofit/>
          </a:bodyPr>
          <a:p>
            <a:pPr/>
            <a:endParaRPr lang="en-IN" sz="1500" b="0" u="none" strike="noStrike">
              <a:solidFill>
                <a:srgbClr val="FFD32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330800" y="756000"/>
            <a:ext cx="869760" cy="2469600"/>
          </a:xfrm>
          <a:prstGeom prst="line">
            <a:avLst/>
          </a:prstGeom>
          <a:ln w="38160">
            <a:solidFill>
              <a:srgbClr val="3140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 flipV="1">
            <a:off x="734400" y="3054960"/>
            <a:ext cx="124560" cy="2028960"/>
          </a:xfrm>
          <a:prstGeom prst="line">
            <a:avLst/>
          </a:prstGeom>
          <a:ln w="38160">
            <a:solidFill>
              <a:srgbClr val="FFD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2280" tIns="45000" rIns="6228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 flipH="1" flipV="1">
            <a:off x="5418720" y="2908440"/>
            <a:ext cx="228600" cy="1697400"/>
          </a:xfrm>
          <a:prstGeom prst="line">
            <a:avLst/>
          </a:prstGeom>
          <a:ln w="38160">
            <a:solidFill>
              <a:srgbClr val="FFD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384880" y="3022560"/>
            <a:ext cx="412920" cy="1587240"/>
          </a:xfrm>
          <a:prstGeom prst="line">
            <a:avLst/>
          </a:prstGeom>
          <a:ln w="38160">
            <a:solidFill>
              <a:srgbClr val="FF420E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ctr">
            <a:noAutofit/>
          </a:bodyPr>
          <a:p>
            <a:pPr/>
            <a:endParaRPr lang="en-IN" sz="1500" b="0" u="none" strike="noStrike">
              <a:solidFill>
                <a:srgbClr val="FFD32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5376240" y="3204720"/>
            <a:ext cx="559080" cy="1435320"/>
          </a:xfrm>
          <a:prstGeom prst="line">
            <a:avLst/>
          </a:prstGeom>
          <a:ln w="38160">
            <a:solidFill>
              <a:srgbClr val="3140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376600" y="3205080"/>
            <a:ext cx="559080" cy="1435320"/>
          </a:xfrm>
          <a:prstGeom prst="line">
            <a:avLst/>
          </a:prstGeom>
          <a:ln w="38160">
            <a:solidFill>
              <a:srgbClr val="3140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8217000" y="3062520"/>
            <a:ext cx="2224080" cy="156960"/>
          </a:xfrm>
          <a:prstGeom prst="line">
            <a:avLst/>
          </a:prstGeom>
          <a:ln w="38160">
            <a:solidFill>
              <a:srgbClr val="3140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 flipV="1">
            <a:off x="5590080" y="2514600"/>
            <a:ext cx="332640" cy="685800"/>
          </a:xfrm>
          <a:prstGeom prst="line">
            <a:avLst/>
          </a:prstGeom>
          <a:ln w="38160">
            <a:solidFill>
              <a:srgbClr val="3140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 flipV="1">
            <a:off x="8811720" y="2909520"/>
            <a:ext cx="1495800" cy="31320"/>
          </a:xfrm>
          <a:prstGeom prst="line">
            <a:avLst/>
          </a:prstGeom>
          <a:ln w="38160">
            <a:solidFill>
              <a:srgbClr val="FF420E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ctr">
            <a:noAutofit/>
          </a:bodyPr>
          <a:p>
            <a:pPr/>
            <a:endParaRPr lang="en-IN" sz="1500" b="0" u="none" strike="noStrike">
              <a:solidFill>
                <a:srgbClr val="FFD32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 flipH="1">
            <a:off x="8250480" y="2932560"/>
            <a:ext cx="629640" cy="123840"/>
          </a:xfrm>
          <a:prstGeom prst="line">
            <a:avLst/>
          </a:prstGeom>
          <a:ln w="38160">
            <a:solidFill>
              <a:srgbClr val="FF420E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ctr">
            <a:noAutofit/>
          </a:bodyPr>
          <a:p>
            <a:pPr/>
            <a:endParaRPr lang="en-IN" sz="1500" b="0" u="none" strike="noStrike">
              <a:solidFill>
                <a:srgbClr val="FFD32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 flipH="1" flipV="1">
            <a:off x="9160200" y="2782440"/>
            <a:ext cx="1131840" cy="57240"/>
          </a:xfrm>
          <a:prstGeom prst="line">
            <a:avLst/>
          </a:prstGeom>
          <a:ln w="38160">
            <a:solidFill>
              <a:srgbClr val="FFD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 flipH="1">
            <a:off x="8206920" y="2767680"/>
            <a:ext cx="1002960" cy="158400"/>
          </a:xfrm>
          <a:prstGeom prst="line">
            <a:avLst/>
          </a:prstGeom>
          <a:ln w="38160">
            <a:solidFill>
              <a:srgbClr val="FFD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 flipH="1">
            <a:off x="7689600" y="1510200"/>
            <a:ext cx="1598040" cy="1461600"/>
          </a:xfrm>
          <a:prstGeom prst="line">
            <a:avLst/>
          </a:prstGeom>
          <a:ln w="38160">
            <a:solidFill>
              <a:srgbClr val="FFD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 flipV="1">
            <a:off x="7689600" y="1149840"/>
            <a:ext cx="1413000" cy="2071080"/>
          </a:xfrm>
          <a:prstGeom prst="line">
            <a:avLst/>
          </a:prstGeom>
          <a:ln w="38160">
            <a:solidFill>
              <a:srgbClr val="3140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 flipV="1">
            <a:off x="7696440" y="1129320"/>
            <a:ext cx="1260720" cy="1953360"/>
          </a:xfrm>
          <a:prstGeom prst="line">
            <a:avLst/>
          </a:prstGeom>
          <a:ln w="38160">
            <a:solidFill>
              <a:srgbClr val="FF420E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ctr">
            <a:noAutofit/>
          </a:bodyPr>
          <a:p>
            <a:pPr/>
            <a:endParaRPr lang="en-IN" sz="1500" b="0" u="none" strike="noStrike">
              <a:solidFill>
                <a:srgbClr val="FFD32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895800" y="3260160"/>
            <a:ext cx="3489120" cy="1328040"/>
          </a:xfrm>
          <a:prstGeom prst="line">
            <a:avLst/>
          </a:prstGeom>
          <a:ln w="38160">
            <a:solidFill>
              <a:srgbClr val="31400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874200" y="3091680"/>
            <a:ext cx="3483360" cy="1262520"/>
          </a:xfrm>
          <a:prstGeom prst="line">
            <a:avLst/>
          </a:prstGeom>
          <a:ln w="38160">
            <a:solidFill>
              <a:srgbClr val="FF420E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27000" rIns="90000" bIns="-27000" anchor="ctr">
            <a:noAutofit/>
          </a:bodyPr>
          <a:p>
            <a:pPr/>
            <a:endParaRPr lang="en-IN" sz="1500" b="0" u="none" strike="noStrike">
              <a:solidFill>
                <a:srgbClr val="FFD32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 flipH="1" flipV="1">
            <a:off x="6885000" y="2912040"/>
            <a:ext cx="3510720" cy="1344240"/>
          </a:xfrm>
          <a:prstGeom prst="line">
            <a:avLst/>
          </a:prstGeom>
          <a:ln w="38160">
            <a:solidFill>
              <a:srgbClr val="FFD3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2026-08-22T16:37:26Z</dcterms:created>
  <dc:creator>Ajitesh Singh Gusain</dc:creator>
  <dc:description/>
  <dc:language>en-IN</dc:language>
  <cp:lastModifiedBy/>
  <dcterms:modified xsi:type="dcterms:W3CDTF">2026-09-14T15:11:32Z</dcterms:modified>
  <cp:revision>65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2</vt:i4>
  </property>
</Properties>
</file>